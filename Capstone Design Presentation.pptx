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6d0c9be6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6d0c9be6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6d0c9be6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6d0c9be6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6d0c9be6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6d0c9be6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6d0c9be6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6d0c9be6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76d0c9be6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76d0c9be6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17675" y="324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Fingerprint Sensor Setup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5613550" y="1125625"/>
            <a:ext cx="335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An optical fingerprint sensor is connected to Arduino UNO.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Arduino UNO is connected to laptop via USB for debugging/uploading and power supply.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Principles: Enroll 5 fingerprints.Verified by passing 3 of them. 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00" y="1017725"/>
            <a:ext cx="5424643" cy="4068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25" y="661975"/>
            <a:ext cx="7086600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25" y="445026"/>
            <a:ext cx="7618105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76" y="599025"/>
            <a:ext cx="756737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350" y="445026"/>
            <a:ext cx="7903299" cy="436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